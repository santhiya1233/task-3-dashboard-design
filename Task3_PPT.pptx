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3750-281B-8EA4-7B4C-37A86EF84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8A163-1016-AECA-B779-851EBB3EF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C4B9C-1761-371E-9477-F1CECBD58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E4B4-8B86-1BE0-35BE-0033BE7B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82E6-1C10-922C-F15D-F5BB83E8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82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E81-8C44-57B3-6A36-64676462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5C3F-166B-D630-9123-348597AC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B8633-32AB-6136-C0C5-AD32A6A8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BC6E-647C-897D-6C71-76651C01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4F2CA-C3F8-C812-5144-7CD51B70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19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19F9-3DC5-7211-D0BE-EA814BDE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66D92-577C-BA86-560F-4E3CFAA24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0F468-24D6-D5BA-3CD9-350C6BEB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184F-3B27-E578-03E6-950A19BA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01EEA-EB03-7F0B-395E-C673CD7B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44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BCCA-1A0B-6F62-974D-7DA47ECB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24C2-5AEA-DB15-8E68-941569044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E8BBF-DB72-8AD4-B2D3-D94A5EEC3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5FA7C-5781-EE81-44FF-5726E59C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AAEB-8ECB-DD41-6710-8CB23C8C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43B77-A0A7-B0D7-A17D-EF909689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6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9F98-6543-64CE-3CE6-1E040A3C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4A57D-2FCA-B196-70F5-912758168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0BECD-492F-B912-647D-DD1B581AD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3A10E-4ADA-2E48-8C56-B643A52AF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9C21D-45BC-8EF3-5133-9186C9F9C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3E0D4-A1B7-9A8F-1B13-9C6F4480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24B98-14B6-4B45-915E-48F9C0E2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742FF-BFD3-95DB-2B4E-E709AFAD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41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9019-09AD-9D05-DC99-67346E05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C3D84-8B05-D9B2-54DD-8377F90C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8B3F8-BA03-FFB4-8A2B-3C7B9A66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4D326-5239-C2FC-1F38-3A316F78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6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01CFE-097E-567A-F76E-C1E8E80B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B1AD5-C0E5-C42A-DA8C-77B82FF8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3BF3-D43B-B106-A3E7-F9ED4303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0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0C0D-F95E-95F7-2901-C677DFAD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8DAC-3373-38A1-4DD3-6FCCFC9A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B21D9-0954-B83C-A03F-4DA31DCE4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01D1E-58FE-22AF-E9D7-80F1505FD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2EFFA-C892-9CE8-DB4C-F97168C3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7A0F5-B3C4-802F-F65E-6CEF8E7F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60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51B1-06AF-33A2-68B9-0480A085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002EF-BD04-5438-D2D2-69E2DDD47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B061C-2E9E-A205-1D9A-9D034EF49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C4847-FF2A-9C35-95C8-1C445BFF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F0BE3-CB81-F2BA-7D59-F8C82408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41648-E69B-7246-BA9E-B0B34DF3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6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DAB6-5770-13EB-0AE5-AA1FD1DC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566B5-984C-F9E6-F352-7B1D67F44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1E08-B5A3-8CAE-E602-734D26D5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C6148-EA89-AFBB-46A7-5335DDDE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402AA-0B1D-2AF5-3B7E-5E7E3A36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50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B3688-5BF2-519B-0012-27EAAE17E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29C3B-27C2-D3DB-4538-C777BF450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6A830-D865-AB9D-EBC5-7260F2C0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AB02C-CACE-A874-F9EE-EB3D9258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144B0-8526-0EC8-8554-741262D8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72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832C8-E03D-0C2E-24A9-171EA1C6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BA7E-AC8C-05D2-E130-0A2979B1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CB17-734C-8E25-CF78-F5AB9929C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8AC19-49FE-4521-8E47-114ED15F1AA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A435-312F-D152-94DA-E995189FA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E89D9-14E9-B4AB-F3B4-A5D80FC23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B3595-A8DF-43EE-A583-0B2D21F51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6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E3B46-B862-F154-0108-4AD2DEC8833A}"/>
              </a:ext>
            </a:extLst>
          </p:cNvPr>
          <p:cNvSpPr txBox="1"/>
          <p:nvPr/>
        </p:nvSpPr>
        <p:spPr>
          <a:xfrm>
            <a:off x="2269066" y="1084996"/>
            <a:ext cx="7052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i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Super Store Sales &amp; Profit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AFBC4-8CD5-B698-A0C1-1D78B6E3A8BF}"/>
              </a:ext>
            </a:extLst>
          </p:cNvPr>
          <p:cNvSpPr txBox="1"/>
          <p:nvPr/>
        </p:nvSpPr>
        <p:spPr>
          <a:xfrm>
            <a:off x="1642533" y="2683933"/>
            <a:ext cx="5901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</a:rPr>
              <a:t>Task 3 - Interactive Dashboard Design</a:t>
            </a:r>
          </a:p>
          <a:p>
            <a:r>
              <a:rPr lang="en-US" sz="2400" b="1" i="1" dirty="0">
                <a:solidFill>
                  <a:schemeClr val="bg1"/>
                </a:solidFill>
              </a:rPr>
              <a:t>Data Analyst Internship - </a:t>
            </a:r>
            <a:r>
              <a:rPr lang="en-US" sz="2400" b="1" i="1" dirty="0" err="1">
                <a:solidFill>
                  <a:schemeClr val="bg1"/>
                </a:solidFill>
              </a:rPr>
              <a:t>DataX</a:t>
            </a:r>
            <a:r>
              <a:rPr lang="en-US" sz="2400" b="1" i="1" dirty="0">
                <a:solidFill>
                  <a:schemeClr val="bg1"/>
                </a:solidFill>
              </a:rPr>
              <a:t> Labs</a:t>
            </a:r>
            <a:endParaRPr lang="en-IN" sz="24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198A2-470B-4B8D-5B9B-6045F6CCB034}"/>
              </a:ext>
            </a:extLst>
          </p:cNvPr>
          <p:cNvSpPr txBox="1"/>
          <p:nvPr/>
        </p:nvSpPr>
        <p:spPr>
          <a:xfrm>
            <a:off x="6488349" y="4484451"/>
            <a:ext cx="434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    :R.SANTHIYA</a:t>
            </a:r>
          </a:p>
          <a:p>
            <a:r>
              <a:rPr lang="en-US" dirty="0">
                <a:solidFill>
                  <a:schemeClr val="bg1"/>
                </a:solidFill>
              </a:rPr>
              <a:t>Intern   : Data Analyst Internship</a:t>
            </a:r>
          </a:p>
          <a:p>
            <a:r>
              <a:rPr lang="en-US" dirty="0">
                <a:solidFill>
                  <a:schemeClr val="bg1"/>
                </a:solidFill>
              </a:rPr>
              <a:t>Company  : </a:t>
            </a:r>
            <a:r>
              <a:rPr lang="en-US" dirty="0" err="1">
                <a:solidFill>
                  <a:schemeClr val="bg1"/>
                </a:solidFill>
              </a:rPr>
              <a:t>DataX</a:t>
            </a:r>
            <a:r>
              <a:rPr lang="en-US" dirty="0">
                <a:solidFill>
                  <a:schemeClr val="bg1"/>
                </a:solidFill>
              </a:rPr>
              <a:t> Labs</a:t>
            </a:r>
          </a:p>
          <a:p>
            <a:r>
              <a:rPr lang="en-US" dirty="0">
                <a:solidFill>
                  <a:schemeClr val="bg1"/>
                </a:solidFill>
              </a:rPr>
              <a:t>Date     : 19 June 2026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04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AF979-582D-65E9-7B73-52657D21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E52C5B-CDD0-4FF6-79C0-E3D0E57A09A2}"/>
              </a:ext>
            </a:extLst>
          </p:cNvPr>
          <p:cNvSpPr txBox="1"/>
          <p:nvPr/>
        </p:nvSpPr>
        <p:spPr>
          <a:xfrm>
            <a:off x="3638145" y="797668"/>
            <a:ext cx="500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1D344-D310-5774-2A40-0C8A538919C3}"/>
              </a:ext>
            </a:extLst>
          </p:cNvPr>
          <p:cNvSpPr txBox="1"/>
          <p:nvPr/>
        </p:nvSpPr>
        <p:spPr>
          <a:xfrm>
            <a:off x="1449421" y="2217906"/>
            <a:ext cx="98152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🔧 </a:t>
            </a:r>
            <a:r>
              <a:rPr lang="en-IN" sz="2000" b="1" dirty="0">
                <a:solidFill>
                  <a:schemeClr val="bg1"/>
                </a:solidFill>
              </a:rPr>
              <a:t>Tool Used: Power BI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📊 Dataset: Superstore Sales Dataset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🎯 Objective: Interactive dashboard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for business stakeholders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⭐ Key Features: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• KPI Cards — Sales, Profit, Orders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• Slicers — Year, Region, Category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• Time Series Analysis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• Interactive Charts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32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854E5A-1468-2098-04F3-512001727EEB}"/>
              </a:ext>
            </a:extLst>
          </p:cNvPr>
          <p:cNvSpPr txBox="1"/>
          <p:nvPr/>
        </p:nvSpPr>
        <p:spPr>
          <a:xfrm>
            <a:off x="2600528" y="758757"/>
            <a:ext cx="6990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Key Performance Indicators (KPIs)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E9C40-0BE2-927D-115F-46B9AE289424}"/>
              </a:ext>
            </a:extLst>
          </p:cNvPr>
          <p:cNvSpPr txBox="1"/>
          <p:nvPr/>
        </p:nvSpPr>
        <p:spPr>
          <a:xfrm>
            <a:off x="1186773" y="2334638"/>
            <a:ext cx="6206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💰 Total Sales      :  2.56M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📈 Total Profit     :  2.30M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📦 Total Orders     :  5K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🎯 </a:t>
            </a:r>
            <a:r>
              <a:rPr lang="en-IN" sz="2400" b="1" dirty="0" err="1">
                <a:solidFill>
                  <a:schemeClr val="bg1"/>
                </a:solidFill>
              </a:rPr>
              <a:t>Avg</a:t>
            </a:r>
            <a:r>
              <a:rPr lang="en-IN" sz="2400" b="1" dirty="0">
                <a:solidFill>
                  <a:schemeClr val="bg1"/>
                </a:solidFill>
              </a:rPr>
              <a:t> Discount     :  0.12</a:t>
            </a:r>
          </a:p>
        </p:txBody>
      </p:sp>
    </p:spTree>
    <p:extLst>
      <p:ext uri="{BB962C8B-B14F-4D97-AF65-F5344CB8AC3E}">
        <p14:creationId xmlns:p14="http://schemas.microsoft.com/office/powerpoint/2010/main" val="322961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39E82-16FD-A84F-6319-F4A929338D0B}"/>
              </a:ext>
            </a:extLst>
          </p:cNvPr>
          <p:cNvSpPr txBox="1"/>
          <p:nvPr/>
        </p:nvSpPr>
        <p:spPr>
          <a:xfrm>
            <a:off x="2217906" y="437745"/>
            <a:ext cx="7704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Interactive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3A92C-9037-8328-01FD-4A3648467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50355"/>
            <a:ext cx="9475921" cy="528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23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59BC2-3345-5CB1-4067-0B87D204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904A6-79EC-FD58-10DB-000AED32AD95}"/>
              </a:ext>
            </a:extLst>
          </p:cNvPr>
          <p:cNvSpPr txBox="1"/>
          <p:nvPr/>
        </p:nvSpPr>
        <p:spPr>
          <a:xfrm>
            <a:off x="3878093" y="943583"/>
            <a:ext cx="4435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Key Business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E98C3-B20B-4F3A-E0E1-0666D9AC8942}"/>
              </a:ext>
            </a:extLst>
          </p:cNvPr>
          <p:cNvSpPr txBox="1"/>
          <p:nvPr/>
        </p:nvSpPr>
        <p:spPr>
          <a:xfrm>
            <a:off x="1031132" y="1926077"/>
            <a:ext cx="71368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📈 2023 recorded highest sales year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💻 Technology category leads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with highest sales (1.3M)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🌍 West region best performance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(31.04% of total profit)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💸 High discount leads to low profit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📊 Sales showing growth trend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from 2021 to 2023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🏆 Top product: Motorola Edge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76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574AE-B75B-D23D-A384-54760B7D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DE62EF-319A-F8CA-2220-3F0D545BAFE2}"/>
              </a:ext>
            </a:extLst>
          </p:cNvPr>
          <p:cNvSpPr txBox="1"/>
          <p:nvPr/>
        </p:nvSpPr>
        <p:spPr>
          <a:xfrm>
            <a:off x="3803516" y="97277"/>
            <a:ext cx="3346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1CBCA-6F40-7D69-009F-A2DD03E54391}"/>
              </a:ext>
            </a:extLst>
          </p:cNvPr>
          <p:cNvSpPr txBox="1"/>
          <p:nvPr/>
        </p:nvSpPr>
        <p:spPr>
          <a:xfrm>
            <a:off x="1079770" y="826851"/>
            <a:ext cx="1008758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✅ Interactive dashboard successfully created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✅ Business KPIs clearly displayed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(Sales, Profit, Orders, Discount)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✅ Slicers enable dynamic filtering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(Year, Region, Category)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✅ Time series analysis shows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yearly sales trend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✅ Charts reveal business patterns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and insights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✅ Dashboard helps business make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data-driven decisions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🎯 Tool Used: Power BI</a:t>
            </a:r>
          </a:p>
          <a:p>
            <a:r>
              <a:rPr lang="en-IN" sz="2000" dirty="0">
                <a:solidFill>
                  <a:schemeClr val="bg1"/>
                </a:solidFill>
              </a:rPr>
              <a:t>📊 Dataset: Superstore Sales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129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246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 Condensed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abinesh R</dc:creator>
  <cp:lastModifiedBy>abinesh R</cp:lastModifiedBy>
  <cp:revision>1</cp:revision>
  <dcterms:created xsi:type="dcterms:W3CDTF">2026-06-19T07:30:46Z</dcterms:created>
  <dcterms:modified xsi:type="dcterms:W3CDTF">2026-06-19T08:14:23Z</dcterms:modified>
</cp:coreProperties>
</file>